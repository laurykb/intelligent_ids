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4864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Detecteur d'intrusion intelligent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pour bus CAN de vehicule lourd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840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Detection par machine learning d'une cyberattaque (CAN / J1939) - dataset ORNL Driver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669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Projet integrateur 2026   -   Encadrant : Rida Khatoun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Kenworth T270  -  50 conducteurs  -  attaque rare (1,46 %)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Le fil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Un parcours d'AI Engineer : de la theorie a l'auto-critique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90195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D3D"/>
                </a:solidFill>
                <a:latin typeface="Calibri"/>
              </a:rPr>
              <a:t>Comprendre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96596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contexte, donnees, confondeurs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706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D3D"/>
                </a:solidFill>
                <a:latin typeface="Calibri"/>
              </a:rPr>
              <a:t>Eviter les pieges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834639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fuite par conducteur, GPS, temps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657600"/>
            <a:ext cx="502920" cy="502920"/>
          </a:xfrm>
          <a:prstGeom prst="ellipse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63931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D3D"/>
                </a:solidFill>
                <a:latin typeface="Calibri"/>
              </a:rPr>
              <a:t>Modeliser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70332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3 chemins, evaluation honnete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50799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D3D"/>
                </a:solidFill>
                <a:latin typeface="Calibri"/>
              </a:rPr>
              <a:t>Decouvrir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57200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la signature d'injection (silence CAN0)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3766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D3D"/>
                </a:solidFill>
                <a:latin typeface="Calibri"/>
              </a:rPr>
              <a:t>Eprouver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44068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attaquant adaptatif, limites,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09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A085"/>
                </a:solidFill>
                <a:latin typeface="Cambria"/>
              </a:rPr>
              <a:t>Regle d'or : chaque brique = un concept explique + une experience mesuree + un verdict assume.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Une cyberattaque sur un camion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Le bus CAN : fiable en temps reel, mais sans aucune securite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78308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D3D"/>
                </a:solidFill>
                <a:latin typeface="Calibri"/>
              </a:rPr>
              <a:t>Drive-by Wi-Fi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24028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B8C"/>
                </a:solidFill>
                <a:latin typeface="Calibri"/>
              </a:rPr>
              <a:t>Un vehicule proche se connecte a l'ELD (boitier reglementaire) par Wi-Fi.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10896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D3D"/>
                </a:solidFill>
                <a:latin typeface="Calibri"/>
              </a:rPr>
              <a:t>Firmware remplace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56616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B8C"/>
                </a:solidFill>
                <a:latin typeface="Calibri"/>
              </a:rPr>
              <a:t>Reecrit a distance, l'ELD peut desormais ecrire sur le bus CAN.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480560"/>
            <a:ext cx="502920" cy="502920"/>
          </a:xfrm>
          <a:prstGeom prst="ellipse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43484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2D3D"/>
                </a:solidFill>
                <a:latin typeface="Calibri"/>
              </a:rPr>
              <a:t>Injection 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89204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B8C"/>
                </a:solidFill>
                <a:latin typeface="Calibri"/>
              </a:rPr>
              <a:t>Il injecte une attaque sur l'afficheur : tachymetre/compteur mis a zero.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28800"/>
            <a:ext cx="3840480" cy="39319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10312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1E38"/>
                </a:solidFill>
                <a:latin typeface="Calibri"/>
              </a:rPr>
              <a:t>Le dispositif 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65176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50 conducteurs, 3 groupes d'AWARENESS (non prevenu / prevenu / prevenu+se garer).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L'attaque survient TOUJOURS au meme lieu et au meme moment.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-&gt; ce dispositif est la source des confondeurs.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Problematique et 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La vraie difficulte n'est pas le modele, ce sont les confondeurs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La question piegee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212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L'attaque etant toujours au meme lieu/moment, un modele naif detecte l'ENDROIT ou l'INSTANT, pas l'attaque. Tout l'enjeu est de ne pas se faire pieger.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E38"/>
                </a:solidFill>
                <a:latin typeface="Calibri"/>
              </a:rPr>
              <a:t>Deux angles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212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Classification supervisee : normal ou attaque ?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Detection d'anomalie : ecart au normal (sans labels)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120640" cy="4206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1E38"/>
                </a:solidFill>
                <a:latin typeface="Calibri"/>
              </a:rPr>
              <a:t>Objectifs (consigne)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60320"/>
            <a:ext cx="45720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Explorer et caracteriser normal vs suspect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Pretraiter et selectionner les features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Comparer plusieurs algorithmes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Decouper train / test (par conducteur)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Entrainer sur normal et malveillant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Evaluer (precision, rappel, ROC) et optimiser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Le jeu de donnees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ORNL Driver Identification - une flotte sous attaque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C0392B"/>
                </a:solidFill>
                <a:latin typeface="Cambria"/>
              </a:rPr>
              <a:t>155 902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39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Calibri"/>
              </a:rPr>
              <a:t>fenetres de 1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10312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0F1E38"/>
                </a:solidFill>
                <a:latin typeface="Cambria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834639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Calibri"/>
              </a:rPr>
              <a:t>conducteurs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E67E22"/>
                </a:solidFill>
                <a:latin typeface="Cambria"/>
              </a:rPr>
              <a:t>1,46 %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59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Calibri"/>
              </a:rPr>
              <a:t>taux d'attaque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749039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0F1E38"/>
                </a:solidFill>
                <a:latin typeface="Cambria"/>
              </a:rPr>
              <a:t>337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480559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Calibri"/>
              </a:rPr>
              <a:t>signaux CAN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103120"/>
            <a:ext cx="4937760" cy="32004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37744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1E38"/>
                </a:solidFill>
                <a:latin typeface="Calibri"/>
              </a:rPr>
              <a:t>Trois modalites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26080"/>
            <a:ext cx="4389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CAN (J1939) : moteur, vehicule -&gt; features de travail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Biometrie (HR/EDA, Empatica) : la reaction physiologique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GPS/inertie (VBOX) : CONFONDEUR de lieu -&gt; exclu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Exploration (1/3) : le confondeur de LIEU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L'attaque est concentree geographiquement -&gt; le GPS triche</a:t>
            </a:r>
          </a:p>
        </p:txBody>
      </p:sp>
      <p:pic>
        <p:nvPicPr>
          <p:cNvPr id="4" name="Picture 3" descr="eda_confounder_g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675120" cy="476794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737360"/>
            <a:ext cx="3749039" cy="38404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201168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C0392B"/>
                </a:solidFill>
                <a:latin typeface="Cambria"/>
              </a:rPr>
              <a:t>d = 2,63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L'attaque est 7 a 44x plus concentree que le trajet.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Un modele GPS detecterait l'ENDROIT, pas l'attaque. -&gt; on EXCLUT les 312 features GPS/inertie.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Exploration (2/3) : le confondeur de TEMPS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Les signaux a derive lente correlent avec le moment de l'attaque</a:t>
            </a:r>
          </a:p>
        </p:txBody>
      </p:sp>
      <p:pic>
        <p:nvPicPr>
          <p:cNvPr id="4" name="Picture 3" descr="eda_cohens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583680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828800"/>
            <a:ext cx="3840480" cy="3749039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2103120"/>
            <a:ext cx="32918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L'attaque survient a ~60 % du trajet.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6A085"/>
                </a:solidFill>
                <a:latin typeface="Calibri"/>
              </a:rPr>
              <a:t>Test CAN_STABLE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Exclure les 21 signaux time-drift : 0,632 -&gt; 0,630 (inchange).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Le signal CAN est GENUINE, pas un confondeur temps.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Exploration (3/3) : la reponse biometrique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Le coeur reagit a l'attaque - mais faiblement</a:t>
            </a:r>
          </a:p>
        </p:txBody>
      </p:sp>
      <p:pic>
        <p:nvPicPr>
          <p:cNvPr id="4" name="Picture 3" descr="eda_biometric_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40080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828800"/>
            <a:ext cx="4023360" cy="3749039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2103120"/>
            <a:ext cx="3474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La frequence cardiaque monte (+1,7 a +3,1 bpm), max pour le groupe averti.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E67E22"/>
                </a:solidFill>
                <a:latin typeface="Calibri"/>
              </a:rPr>
              <a:t>Effet REEL mais modeste (d = 0,14)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Une piste d'analyse, pas un detecteur (confirme en Vague 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Le piege central : la fuite par conducteur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Quand un score brillant ne prouve rien</a:t>
            </a:r>
          </a:p>
        </p:txBody>
      </p:sp>
      <p:pic>
        <p:nvPicPr>
          <p:cNvPr id="4" name="Picture 3" descr="p2_confounders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400800" cy="3271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828800"/>
            <a:ext cx="4023360" cy="3931920"/>
          </a:xfrm>
          <a:prstGeom prst="round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2103120"/>
            <a:ext cx="34747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0392B"/>
                </a:solidFill>
                <a:latin typeface="Cambria"/>
              </a:rPr>
              <a:t>0,985 -&gt; 0,632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Split aleatoire : 0,985 (le modele reconnait le CONDUCTEUR, pas l'attaque).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Split par conducteur : 0,632 (la vraie difficulte).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Avec GPS : 0,835 mais c'est le LIEU.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A085"/>
                </a:solidFill>
                <a:latin typeface="Cambria"/>
              </a:rPr>
              <a:t>Garde-fous pour tout le projet : split PAR CONDUCTEUR + CAN seul + metrique PR-AUC.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Features : trois modalites, un seul choix honnete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Ablation (Gradient Boosting, par conducteur)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606040" cy="20116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D3D"/>
                </a:solidFill>
                <a:latin typeface="Calibri"/>
              </a:rPr>
              <a:t>CAN (337)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6A085"/>
                </a:solidFill>
                <a:latin typeface="Cambria"/>
              </a:rPr>
              <a:t>0,756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A085"/>
                </a:solidFill>
                <a:latin typeface="Calibri"/>
              </a:rPr>
              <a:t>travail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606040" cy="20116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D3D"/>
                </a:solidFill>
                <a:latin typeface="Calibri"/>
              </a:rPr>
              <a:t>CAN + bio (344)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974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6B7B8C"/>
                </a:solidFill>
                <a:latin typeface="Cambria"/>
              </a:rPr>
              <a:t>0,749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383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Calibri"/>
              </a:rPr>
              <a:t>n'aide pas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2606040" cy="20116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D3D"/>
                </a:solidFill>
                <a:latin typeface="Calibri"/>
              </a:rPr>
              <a:t>Biometrie (7)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67E22"/>
                </a:solidFill>
                <a:latin typeface="Cambria"/>
              </a:rPr>
              <a:t>0,014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67E22"/>
                </a:solidFill>
                <a:latin typeface="Calibri"/>
              </a:rPr>
              <a:t>= hasard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920240"/>
            <a:ext cx="2606040" cy="20116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148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D3D"/>
                </a:solidFill>
                <a:latin typeface="Calibri"/>
              </a:rPr>
              <a:t>GPS (312)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6974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C0392B"/>
                </a:solidFill>
                <a:latin typeface="Cambria"/>
              </a:rPr>
              <a:t>0,835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383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0392B"/>
                </a:solidFill>
                <a:latin typeface="Calibri"/>
              </a:rPr>
              <a:t>CONFONDEUR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Le GPS 'bat' le CAN (0,835 &gt; 0,756) mais c'est un piege (le lieu). La biometrie seule est au niveau du hasard. -&gt; on travaille sur le CAN seul.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Trois chemins de modelisation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Explorer plusieurs pistes plutot qu'un seul modele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18288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33172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D3D"/>
                </a:solidFill>
                <a:latin typeface="Calibri"/>
              </a:rPr>
              <a:t>Supervise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Calibri"/>
              </a:rPr>
              <a:t>LogReg, SVM, RF, Gradient Boosting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18288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4297680"/>
            <a:ext cx="548640" cy="548640"/>
          </a:xfrm>
          <a:prstGeom prst="ellipse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434340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D3D"/>
                </a:solidFill>
                <a:latin typeface="Calibri"/>
              </a:rPr>
              <a:t>Anomalie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1206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Calibri"/>
              </a:rPr>
              <a:t>Isolation Forest, One-Class SVM, PCA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5120640" cy="18288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60" y="228600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331720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2D3D"/>
                </a:solidFill>
                <a:latin typeface="Calibri"/>
              </a:rPr>
              <a:t>Deep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Calibri"/>
              </a:rPr>
              <a:t>MLP tabulaire, GRU temporel (PyTorch)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023360"/>
            <a:ext cx="5120640" cy="1828800"/>
          </a:xfrm>
          <a:prstGeom prst="round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29768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ADCFC"/>
                </a:solidFill>
                <a:latin typeface="Calibri"/>
              </a:rPr>
              <a:t>Verdict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Arbres boostes = champion (0,756). Deep 0,54-0,57. Anomalie ~0,02.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Chemin A : les arbres boostes dominent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Comparaison supervisee, validation par conducteur</a:t>
            </a:r>
          </a:p>
        </p:txBody>
      </p:sp>
      <p:pic>
        <p:nvPicPr>
          <p:cNvPr id="4" name="Picture 3" descr="p4a_supervi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583680" cy="23296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828800"/>
            <a:ext cx="3840480" cy="39319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2103120"/>
            <a:ext cx="32918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A085"/>
                </a:solidFill>
                <a:latin typeface="Calibri"/>
              </a:rPr>
              <a:t>Gradient Boosting 0,756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LogReg 0,41 / SVM 0,39 / RF 0,71.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Les lineaires echouent : l'attaque a une signature NON LINEAIRE dans le CAN.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B8C"/>
                </a:solidFill>
                <a:latin typeface="Calibri"/>
              </a:rPr>
              <a:t>Biometrie seule = 0,014 (hasard).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Chemin B : l'anomalie echoue (assume)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Apprendre le normal ne suffit pas ici</a:t>
            </a:r>
          </a:p>
        </p:txBody>
      </p:sp>
      <p:pic>
        <p:nvPicPr>
          <p:cNvPr id="4" name="Picture 3" descr="p4b_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6400800" cy="361456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920240"/>
            <a:ext cx="4023360" cy="36576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2194560"/>
            <a:ext cx="3474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~ 0,02 = hasard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Les 4 detecteurs (Isolation Forest, One-Class SVM, PCA, gaussienne) sont au niveau du hasard.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La variabilite inter-conducteur noie l'attaque : rare n'est pas aberrant.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Chemin C : le deep ne gagne 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Multi-graine : MLP vs GRU, l'ecart est du bruit</a:t>
            </a:r>
          </a:p>
        </p:txBody>
      </p:sp>
      <p:pic>
        <p:nvPicPr>
          <p:cNvPr id="4" name="Picture 3" descr="p4c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5669280" cy="34015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66560" y="2011680"/>
            <a:ext cx="4754880" cy="33832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2286000"/>
            <a:ext cx="42062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D3D"/>
                </a:solidFill>
                <a:latin typeface="Calibri"/>
              </a:rPr>
              <a:t>MLP 0,543 +/- 0,016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GRU 0,571 +/- 0,024 -&gt; ecart NON significatif.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Aucun ne bat les arbres (0,756). En tabulaire avec peu de positifs, les arbres dominent.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6A085"/>
                </a:solidFill>
                <a:latin typeface="Calibri"/>
              </a:rPr>
              <a:t>Le deep n'est pas un label de qualite.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Evaluation : ROC vs PR (la demande du sujet)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Une ROC flatteuse, une PR honnete</a:t>
            </a:r>
          </a:p>
        </p:txBody>
      </p:sp>
      <p:pic>
        <p:nvPicPr>
          <p:cNvPr id="4" name="Picture 3" descr="v1_roc_vs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583680" cy="2743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828800"/>
            <a:ext cx="3840480" cy="3749039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2103120"/>
            <a:ext cx="32918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B7B8C"/>
                </a:solidFill>
                <a:latin typeface="Calibri"/>
              </a:rPr>
              <a:t>AUC-ROC 0,977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parait excellente : 98,5 % de negatifs ecrasent les faux positifs.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PR-AUC 0,735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la metrique HONNETE pour une attaque rare.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Optimisation et metriques 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Hyperparametres (sujet) + detection par episode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16A085"/>
                </a:solidFill>
                <a:latin typeface="Cambria"/>
              </a:rPr>
              <a:t>0,757-&gt;0,798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39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Calibri"/>
              </a:rPr>
              <a:t>tuning (+0,040)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1031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0F1E38"/>
                </a:solidFill>
                <a:latin typeface="Cambria"/>
              </a:rPr>
              <a:t>86 %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834639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Calibri"/>
              </a:rPr>
              <a:t>episodes detectes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1031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E67E22"/>
                </a:solidFill>
                <a:latin typeface="Cambria"/>
              </a:rPr>
              <a:t>~4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834639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B8C"/>
                </a:solidFill>
                <a:latin typeface="Calibri"/>
              </a:rPr>
              <a:t>latence mediane</a:t>
            </a:r>
          </a:p>
        </p:txBody>
      </p:sp>
      <p:pic>
        <p:nvPicPr>
          <p:cNvPr id="10" name="Picture 9" descr="v1_latency_epis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383280"/>
            <a:ext cx="8778240" cy="35112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1264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B8C"/>
                </a:solidFill>
                <a:latin typeface="Calibri"/>
              </a:rPr>
              <a:t>Le tuning aide a la marge (sous l'ecart-type) ; au niveau EPISODE, la detection est bien meilleure que par fenetre.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Une generalisation BIMODALE : le gradient d'awareness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L'IDS detecte en partie la REACTION du conducteur</a:t>
            </a:r>
          </a:p>
        </p:txBody>
      </p:sp>
      <p:pic>
        <p:nvPicPr>
          <p:cNvPr id="4" name="Picture 3" descr="p5b_grou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583680" cy="25321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80960" y="1828800"/>
            <a:ext cx="3840480" cy="39319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2103120"/>
            <a:ext cx="32918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D3D"/>
                </a:solidFill>
                <a:latin typeface="Calibri"/>
              </a:rPr>
              <a:t>G1 0,74 / G2 0,92 / G3 0,96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La detectabilite suit l'AWARENESS.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G3 prevenu se gare -&gt; le regime chute -&gt; facile a voir. G1 non averti ne reagit pas -&gt; dur (0,46).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-&gt; on detecte la reaction autant que l'injection.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La decouverte : isoler la signature d'injection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Le bus CAN0 se TAIT ~4 s apres l'attaque (tous groupes)</a:t>
            </a:r>
          </a:p>
        </p:txBody>
      </p:sp>
      <p:pic>
        <p:nvPicPr>
          <p:cNvPr id="4" name="Picture 3" descr="v2_injection_sign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766560" cy="239432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828800"/>
            <a:ext cx="3657600" cy="3931920"/>
          </a:xfrm>
          <a:prstGeom prst="round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2103120"/>
            <a:ext cx="31089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C0392B"/>
                </a:solidFill>
                <a:latin typeface="Cambria"/>
              </a:rPr>
              <a:t>67 % -&gt; 6,7 %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La couverture du bus CAN0 s'effondre pendant l'attaque, marche d'escalier a +4 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Effet DIRECT de l'injection (l'ELD sature le bus), present meme sur le Groupe 1 non averti.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-&gt; une signature de l'intrusion, distincte de la reaction.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Deux empreintes simultanees a l'onset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On separe, signal par signal, l'injection de la reaction</a:t>
            </a:r>
          </a:p>
        </p:txBody>
      </p:sp>
      <p:pic>
        <p:nvPicPr>
          <p:cNvPr id="4" name="Picture 3" descr="v2_attack_finger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7315200" cy="281353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1828800"/>
            <a:ext cx="3291840" cy="39319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2103120"/>
            <a:ext cx="28346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Disponibilite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seul le bus CAN0 se tait = l'INJECTION.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E38"/>
                </a:solidFill>
                <a:latin typeface="Calibri"/>
              </a:rPr>
              <a:t>Valeur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la charge moteur (EGR, carburant, couple) s'effondre = la REACTION.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Robustesse (1/2) : l'attaquant adaptatif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Un adversaire qui connait le modele l'evade facilement</a:t>
            </a:r>
          </a:p>
        </p:txBody>
      </p:sp>
      <p:pic>
        <p:nvPicPr>
          <p:cNvPr id="4" name="Picture 3" descr="v2_eva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400800" cy="40965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828800"/>
            <a:ext cx="4023360" cy="3931920"/>
          </a:xfrm>
          <a:prstGeom prst="round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2103120"/>
            <a:ext cx="34747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C0392B"/>
                </a:solidFill>
                <a:latin typeface="Cambria"/>
              </a:rPr>
              <a:t>0,74 -&gt; 0,22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Neutraliser UN seul signal (le CAN0) effondre la PR-AUC.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Deux signaux -&gt; 0,07.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Le detecteur est FRAGILE : son importance est ultra-concentree.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Robustesse (2/2) : detecteur mono-attaque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Le champion ne voit que l'attaque qu'on lui a montree</a:t>
            </a:r>
          </a:p>
        </p:txBody>
      </p:sp>
      <p:pic>
        <p:nvPicPr>
          <p:cNvPr id="4" name="Picture 3" descr="v2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6400800" cy="359434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79" y="1920240"/>
            <a:ext cx="4023360" cy="36576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2194560"/>
            <a:ext cx="3474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Attaque reelle : 65 %.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Fuzzing 0,7 % / Masquerade 0,9 % / Replay 1,1 % = ANGLES MORTS.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Seul le DoS/silence (15 %) ressemble a la signature apprise.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B8C"/>
                </a:solidFill>
                <a:latin typeface="Calibri"/>
              </a:rPr>
              <a:t>Perimetre valide = l'attaque ELD du dataset.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Place a la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Un IDS ne se juge pas sur une slide - il se manipule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Jusqu'ici : la methode et les chiffres. Maintenant, le BANC D'ESSAI - vous pilotez le vrai modele, en direct.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13432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Voir l'IDS detecter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2359151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une attaque reelle se deroule ; le bus CAN0 se tait sous vos yeux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044952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026664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Jouer l'attaquant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072384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neutralisez des signaux : l'IDS devient aveugle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5818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39896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Inventer une attaque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785616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DoS, fuzzing, masquerade : trouvez ses angles morts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471416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453128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Le piege methodo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49884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choisissez split + features : score honnete, ou mirage ?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184648"/>
            <a:ext cx="457200" cy="457200"/>
          </a:xfrm>
          <a:prstGeom prst="ellipse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16636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Le deploiement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521208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seuil + rarete reelle : combien de fausses alertes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mbria"/>
              </a:rPr>
              <a:t>A vous : proposez vos scenarios, on les teste en direct.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Auto-critique et limites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Un projet honnete nomme ce qu'il n'a pas prouve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39319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A085"/>
                </a:solidFill>
                <a:latin typeface="Calibri"/>
              </a:rPr>
              <a:t>Traite au fil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63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1F2D3D"/>
                </a:solidFill>
                <a:latin typeface="Calibri"/>
              </a:rPr>
              <a:t>Confondeurs lieu/temps neutralises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F2D3D"/>
                </a:solidFill>
                <a:latin typeface="Calibri"/>
              </a:rPr>
              <a:t>Fuite par conducteur chiffree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F2D3D"/>
                </a:solidFill>
                <a:latin typeface="Calibri"/>
              </a:rPr>
              <a:t>ROC + tuning (demandes du sujet)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F2D3D"/>
                </a:solidFill>
                <a:latin typeface="Calibri"/>
              </a:rPr>
              <a:t>Signature d'injection isolee (CAN0)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F2D3D"/>
                </a:solidFill>
                <a:latin typeface="Calibri"/>
              </a:rPr>
              <a:t>Attaquant adaptatif, taxonomie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F2D3D"/>
                </a:solidFill>
                <a:latin typeface="Calibri"/>
              </a:rPr>
              <a:t>Tests, versions, multi-graine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39319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Limites residuelles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651760"/>
            <a:ext cx="4663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1F2D3D"/>
                </a:solidFill>
                <a:latin typeface="Calibri"/>
              </a:rPr>
              <a:t>Cible conflee : injection + reaction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F2D3D"/>
                </a:solidFill>
                <a:latin typeface="Calibri"/>
              </a:rPr>
              <a:t>Detecteur evadable (1-2 signaux)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F2D3D"/>
                </a:solidFill>
                <a:latin typeface="Calibri"/>
              </a:rPr>
              <a:t>Mono-attaque (fuzzing/replay rates)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F2D3D"/>
                </a:solidFill>
                <a:latin typeface="Calibri"/>
              </a:rPr>
              <a:t>Groupe 1 non averti : angle mort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1F2D3D"/>
                </a:solidFill>
                <a:latin typeface="Calibri"/>
              </a:rPr>
              <a:t>Generalisation hors-dataset non faite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F1E38"/>
                </a:solidFill>
                <a:latin typeface="Cambria"/>
              </a:rPr>
              <a:t>Positionnement &amp; 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B8C"/>
                </a:solidFill>
                <a:latin typeface="Calibri"/>
              </a:rPr>
              <a:t>Ce que dit la litterature, et ce qu'on ferait avec plus de temps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39319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A085"/>
                </a:solidFill>
                <a:latin typeface="Calibri"/>
              </a:rPr>
              <a:t>Positionnement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63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Papier source ORNL (2025) : valide notre gradient d'awareness, mais ne construit pas d'IDS.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CIDS / CANet / ROAD : IDS CAN de reference, mais sur la TRAME brute (nous : agrege 1 s).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Aucune PR-AUC de detection publiee ici -&gt; cadrage IDS inedit, pas de SOTA direct.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39319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Perspectives (hors-scope)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651760"/>
            <a:ext cx="4663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Generalisation : rejouer sur ROAD / Car-Hacking.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Defense en profondeur : 2e couche ORTHOGONALE (coherence physique, empreinte d'horloge).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Donnees haute-resolution : isoler l'injection sous-seconde.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Modele de menace elargi : entrainer sur une taxonomie d'attaques.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D'un score apparent a une comprehension d'ingenieur securite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9692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La vraie difficulte etait methodologique : les confondeurs et la fuite par conducteur.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324612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46120"/>
            <a:ext cx="9692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On peut isoler la signature de l'injection (silence CAN0), distincte de la reaction.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389120"/>
            <a:ext cx="9692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L'honnetete - negatifs assumes, attaquant adaptatif, base rate - fait la credibilite.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ADCFC"/>
                </a:solidFill>
                <a:latin typeface="Cambria"/>
              </a:rPr>
              <a:t>Un IDS intelligent : un systeme qui detecte, et reste lucide sur ses incertitudes.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Merci de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Questions et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